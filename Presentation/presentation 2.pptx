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oppins Light"/>
      <p:regular r:id="rId17"/>
    </p:embeddedFont>
    <p:embeddedFont>
      <p:font typeface="Poppins Light"/>
      <p:regular r:id="rId18"/>
    </p:embeddedFont>
    <p:embeddedFont>
      <p:font typeface="Poppins Light"/>
      <p:regular r:id="rId19"/>
    </p:embeddedFont>
    <p:embeddedFont>
      <p:font typeface="Poppins Light"/>
      <p:regular r:id="rId20"/>
    </p:embeddedFont>
    <p:embeddedFont>
      <p:font typeface="Roboto Light"/>
      <p:regular r:id="rId21"/>
    </p:embeddedFont>
    <p:embeddedFont>
      <p:font typeface="Roboto Light"/>
      <p:regular r:id="rId22"/>
    </p:embeddedFont>
    <p:embeddedFont>
      <p:font typeface="Roboto Light"/>
      <p:regular r:id="rId23"/>
    </p:embeddedFont>
    <p:embeddedFont>
      <p:font typeface="Roboto Light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lidegeeks.com/ppt/application-chatbot?utm_source=chatgpt.com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drive.google.com/file/d/108Hk2WTeEJlP62F3HUcqOPQGUz2uCNRA/view?usp=sharing" TargetMode="External"/><Relationship Id="rId2" Type="http://schemas.openxmlformats.org/officeDocument/2006/relationships/hyperlink" Target="https://drive.google.com/file/d/1EKArtyoq4-1m7rUnTz1Z3jW-QUc34yBp/view?usp=sharing" TargetMode="External"/><Relationship Id="rId3" Type="http://schemas.openxmlformats.org/officeDocument/2006/relationships/hyperlink" Target="https://github.com/A7medrajab1/resume-screening/tree/main/Chatbot_version_2" TargetMode="External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7medrajab1/resume-screening" TargetMode="Externa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51390" y="2595682"/>
            <a:ext cx="93852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Title Slide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451390" y="3253264"/>
            <a:ext cx="93852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Project Title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HR Resume Chatbot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4451390" y="3786068"/>
            <a:ext cx="93852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Subtitle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AI-Powered Resume Optimization Tool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451390" y="4318873"/>
            <a:ext cx="93852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Your Name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Ahmed Ragab Desouki Mohamed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451390" y="4851678"/>
            <a:ext cx="93852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Institution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DEPI (EYouth)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451390" y="5384483"/>
            <a:ext cx="93852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Date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5/16/2025</a:t>
            </a:r>
            <a:pPr algn="l" indent="0" marL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1306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Project Idea</a:t>
            </a:r>
            <a:endParaRPr lang="en-US" sz="2650" dirty="0"/>
          </a:p>
        </p:txBody>
      </p:sp>
      <p:sp>
        <p:nvSpPr>
          <p:cNvPr id="4" name="Shape 1"/>
          <p:cNvSpPr/>
          <p:nvPr/>
        </p:nvSpPr>
        <p:spPr>
          <a:xfrm>
            <a:off x="6280190" y="139350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260" y="1436013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17306" y="1467207"/>
            <a:ext cx="681930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Problem: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
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Job seekers often struggle to tailor their resumes for specific roles, leading to missed opportunities and low interview rates.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6280190" y="300954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260" y="3052048"/>
            <a:ext cx="340162" cy="42529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017306" y="3087410"/>
            <a:ext cx="6819305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Proposed Solution: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
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 AI-powered web app that analyzes resumes, matches them with job descriptions, scores them, and provides actionable suggestions for improvement. It also features a chatbot for interactive guidance.</a:t>
            </a:r>
            <a:endParaRPr lang="en-US" sz="2200" dirty="0"/>
          </a:p>
        </p:txBody>
      </p:sp>
      <p:sp>
        <p:nvSpPr>
          <p:cNvPr id="10" name="Shape 5"/>
          <p:cNvSpPr/>
          <p:nvPr/>
        </p:nvSpPr>
        <p:spPr>
          <a:xfrm>
            <a:off x="6280190" y="566701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260" y="5709523"/>
            <a:ext cx="340162" cy="42529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017306" y="5744885"/>
            <a:ext cx="6819305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Unique Value Proposition: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
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Unlike generic resume tools, our chatbot offers personalized, LLM-driven insights, job title recommendations, and resume tips—delivered in real-time through a user-friendly interface.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11" y="520898"/>
            <a:ext cx="4725472" cy="590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Project Wireframe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511" y="1489591"/>
            <a:ext cx="4725472" cy="29204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23203" y="1489591"/>
            <a:ext cx="83456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Title: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Project Wireframe &amp; User Journey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623203" y="1905357"/>
            <a:ext cx="83456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Login/Register Page: 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Users start by registering or logging in to securely access the platform.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623203" y="2273856"/>
            <a:ext cx="83456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Clean UI:  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Simple and dark-themed interface ensures focus and ease of use.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623203" y="2642354"/>
            <a:ext cx="83456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User Journey Summary:  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Sign up or log in.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11" y="4788098"/>
            <a:ext cx="4725472" cy="29204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23203" y="4788098"/>
            <a:ext cx="83456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Upload resume and optionally a job description.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5623203" y="5156597"/>
            <a:ext cx="83456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View analysis with score, job titles, and improvement suggestions.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5623203" y="5525095"/>
            <a:ext cx="83456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Chat with the AI assistant for personalized help.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5623203" y="5893594"/>
            <a:ext cx="83456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Review or clear chat history at any time..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9140" y="585073"/>
            <a:ext cx="3888700" cy="396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👥</a:t>
            </a:r>
            <a:pPr algn="l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End Users + Features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739140" y="1429703"/>
            <a:ext cx="292072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🎯</a:t>
            </a:r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Primary End Users: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739140" y="1970723"/>
            <a:ext cx="4815126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Job Seekers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Individuals looking to improve their resumes and land better jobs.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39140" y="2720340"/>
            <a:ext cx="4815126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Fresh Graduates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Those with limited experience needing targeted resume advice.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39140" y="3469958"/>
            <a:ext cx="4815126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Career Switchers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Professionals aiming to align their resumes with new roles.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076950" y="1429703"/>
            <a:ext cx="3167658" cy="396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🛠️</a:t>
            </a:r>
            <a:pPr algn="l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Key Features</a:t>
            </a:r>
            <a:endParaRPr lang="en-US" sz="2450" dirty="0"/>
          </a:p>
        </p:txBody>
      </p:sp>
      <p:sp>
        <p:nvSpPr>
          <p:cNvPr id="8" name="Shape 6"/>
          <p:cNvSpPr/>
          <p:nvPr/>
        </p:nvSpPr>
        <p:spPr>
          <a:xfrm>
            <a:off x="6076950" y="2063234"/>
            <a:ext cx="7821811" cy="5343763"/>
          </a:xfrm>
          <a:prstGeom prst="roundRect">
            <a:avLst>
              <a:gd name="adj" fmla="val 166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4570" y="2070854"/>
            <a:ext cx="7806571" cy="6065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295787" y="2205157"/>
            <a:ext cx="3595926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Feature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0321528" y="2205157"/>
            <a:ext cx="3358515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User Need Solved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084570" y="2677358"/>
            <a:ext cx="7806571" cy="9444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295787" y="2811661"/>
            <a:ext cx="3595926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✅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Resume Upload &amp; Analysis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321528" y="2811661"/>
            <a:ext cx="3358515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Helps users evaluate their resume quality automatically.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6084570" y="3621762"/>
            <a:ext cx="7806571" cy="9444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295787" y="3756065"/>
            <a:ext cx="3595926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✅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Job Description Matching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0321528" y="3756065"/>
            <a:ext cx="3358515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Matches resumes to specific job posts for better alignment.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6084570" y="4566166"/>
            <a:ext cx="7806571" cy="9444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295787" y="4700468"/>
            <a:ext cx="3595926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✅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Resume Score &amp; Tips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321528" y="4700468"/>
            <a:ext cx="3358515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Provides actionable feedback to boost resume effectiveness.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6084570" y="5510570"/>
            <a:ext cx="7806571" cy="9444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295787" y="5644872"/>
            <a:ext cx="3595926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✅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Relevant Job Titles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0321528" y="5644872"/>
            <a:ext cx="3358515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Suggests roles based on resume content and strengths.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6084570" y="6454973"/>
            <a:ext cx="7806571" cy="9444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295787" y="6589276"/>
            <a:ext cx="3595926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✅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Interactive Chatbot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0321528" y="6589276"/>
            <a:ext cx="3358515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Allows users to ask questions and get guidance in real time.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377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Data Structure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295876"/>
            <a:ext cx="38160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🧱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Database Architecture: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199036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Type: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Relational Database (SQLite)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24325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Why: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Lightweight, easy to integrate with Streamlit, suitable for user-based applications.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0506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🔑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Key Entities &amp; Relationships: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3668673"/>
            <a:ext cx="13042821" cy="3917156"/>
          </a:xfrm>
          <a:prstGeom prst="roundRect">
            <a:avLst>
              <a:gd name="adj" fmla="val 2432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1410" y="367629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224" y="382000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Entity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45824" y="382000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Description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1410" y="4326612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28224" y="447032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Users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45824" y="447032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Stores user credentials and profile details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4976932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224" y="5120640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Resumes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45824" y="5120640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Stores uploaded resume metadata and text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5627251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28224" y="5770959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Job Descriptions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545824" y="5770959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Stores uploaded job descriptions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627757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224" y="6421279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Chat History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545824" y="6421279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Records chatbot-user conversations per session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801410" y="6927890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28224" y="707159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Resume Scores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7545824" y="707159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Stores feedback, scoring, and suggestions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67245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📈</a:t>
            </a:r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Data Flow Overview: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652707" y="2888456"/>
            <a:ext cx="30397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User Registers/Logs in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45423" y="3163610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9937790" y="2509242"/>
            <a:ext cx="38988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Uploads Resume/Job Description</a:t>
            </a:r>
            <a:endParaRPr lang="en-US" sz="2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16309" y="2957036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5"/>
          <p:cNvSpPr/>
          <p:nvPr/>
        </p:nvSpPr>
        <p:spPr>
          <a:xfrm>
            <a:off x="9937790" y="3912632"/>
            <a:ext cx="33695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 Stored in SQLite DB</a:t>
            </a:r>
            <a:endParaRPr lang="en-US" sz="2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32746" y="3900011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2650" dirty="0"/>
          </a:p>
        </p:txBody>
      </p:sp>
      <p:sp>
        <p:nvSpPr>
          <p:cNvPr id="12" name="Text 7"/>
          <p:cNvSpPr/>
          <p:nvPr/>
        </p:nvSpPr>
        <p:spPr>
          <a:xfrm>
            <a:off x="9937790" y="5124688"/>
            <a:ext cx="35447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Model Processes Resume</a:t>
            </a:r>
            <a:endParaRPr lang="en-US" sz="2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529042" y="5282684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</a:t>
            </a:r>
            <a:endParaRPr lang="en-US" sz="2650" dirty="0"/>
          </a:p>
        </p:txBody>
      </p:sp>
      <p:sp>
        <p:nvSpPr>
          <p:cNvPr id="15" name="Text 9"/>
          <p:cNvSpPr/>
          <p:nvPr/>
        </p:nvSpPr>
        <p:spPr>
          <a:xfrm>
            <a:off x="9937790" y="6173867"/>
            <a:ext cx="38988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Feedback + Score Displayed</a:t>
            </a:r>
            <a:endParaRPr lang="en-US" sz="2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383542" y="6063615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5</a:t>
            </a:r>
            <a:endParaRPr lang="en-US" sz="2650" dirty="0"/>
          </a:p>
        </p:txBody>
      </p:sp>
      <p:sp>
        <p:nvSpPr>
          <p:cNvPr id="18" name="Text 11"/>
          <p:cNvSpPr/>
          <p:nvPr/>
        </p:nvSpPr>
        <p:spPr>
          <a:xfrm>
            <a:off x="1206103" y="6149102"/>
            <a:ext cx="34863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User Queries via Chatbot</a:t>
            </a:r>
            <a:endParaRPr lang="en-US" sz="22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058733" y="5654993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6</a:t>
            </a:r>
            <a:endParaRPr lang="en-US" sz="2650" dirty="0"/>
          </a:p>
        </p:txBody>
      </p:sp>
      <p:sp>
        <p:nvSpPr>
          <p:cNvPr id="21" name="Text 13"/>
          <p:cNvSpPr/>
          <p:nvPr/>
        </p:nvSpPr>
        <p:spPr>
          <a:xfrm>
            <a:off x="1686997" y="4518660"/>
            <a:ext cx="30054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Conversation Logged</a:t>
            </a:r>
            <a:endParaRPr lang="en-US" sz="22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552123" y="4364355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7</a:t>
            </a:r>
            <a:endParaRPr lang="en-US" sz="2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3189"/>
            <a:ext cx="7522131" cy="43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🧑‍💻</a:t>
            </a:r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Programming Languages + Frameworks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412915"/>
            <a:ext cx="4224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📝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Programming Languages: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10740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Python: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Core language for backend logic, data processing, and AI integration.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2810470"/>
            <a:ext cx="34337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🛠️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Frameworks &amp; Tools: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50496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Streamlit: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Web app framework for building the UI quickly and interactively.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394716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SQLite: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Lightweight database for user authentication and chat history.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38935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LangChain: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Enables LLM-powered interactions and memory management.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483155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PyPDF2 / pdfminer: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For parsing and extracting text from PDF resumes.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527375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Scikit-learn &amp; SpaCy: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For NLP tasks and scoring algorithms.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5976818"/>
            <a:ext cx="41362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🌐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Supporting Technologies: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93790" y="667131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OpenAI API: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Powering the chatbot and resume analysis using large language models.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71135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GitHub: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Version control and project collaboration.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1095"/>
            <a:ext cx="58319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Slide 8: Deliverables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0350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Reports and Documentation: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74570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project pdf : </a:t>
            </a:r>
            <a:pPr algn="l" lvl="1" indent="0" marL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18789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README file  : </a:t>
            </a:r>
            <a:pPr algn="l" lvl="1" indent="0" marL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63009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Timeline for Deliverables: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0722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Week 1–2: Project Planning &amp; Requirements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Week 3–4: System Design &amp; Development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49566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Week 5: Testing &amp; Debugging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539888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Week 6: Final Report &amp; User Documentation Submission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584108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Week 7: Presentation and App Deployment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628328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Other Final Products: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672548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Source Code Repository (</a:t>
            </a:r>
            <a:pPr algn="l" lvl="1" indent="0" marL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pPr algn="l" lvl="1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2627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Team Members &amp; Roles: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92536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[Ahmed Ragab] – Team Leader 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49233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Project coordination and version control (GitHub).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29345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Build classical ML and Designed user authentication.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37673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participate in LLMs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394370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[Remon Raafat] 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510683"/>
            <a:ext cx="6244709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Build the frontend components using Streamlit (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highlight>
                  <a:srgbClr val="252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496050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Develops database and API, build the chat bot, LLMs.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540269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participate in classical ML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596967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[Malak Gamal Eldin] 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65366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participate in Classical ML. 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69788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build the Resume Barser &amp; Chat memory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192536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[Malak Mohamed] 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99521" y="249233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Works on resume analysis and scoring logic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99521" y="29345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participate in classical ML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99521" y="350150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[Zeyad Abo Alsoud]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99521" y="406848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participate in classical ML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599521" y="451068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Enhances user experience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599521" y="507765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[Mohamed Osama Nabil] – Tester 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599521" y="564463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Conducts testing phases and tracks bugs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599521" y="608683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Prepares user manuals and project reports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38588"/>
            <a:ext cx="3402330" cy="43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Thank You! </a:t>
            </a:r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🙏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6280190" y="272665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 appreciate your time and attention.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334470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📩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Contact Information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396275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Team Lead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Ahmed Ragab &amp; Remon Raafat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440495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Email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ahmedragab.work1@gmail.com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484715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GitHub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</a:t>
            </a:r>
            <a:pPr algn="l" indent="0" marL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github.com/A7medrajab1/resume-screening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80190" y="546520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💬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Questions or Feedback?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
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We’re happy to answer and improve—your feedback is valuable!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2025-05-09T19:55:39Z</dcterms:created>
  <dcterms:modified xsi:type="dcterms:W3CDTF">2025-05-09T19:55:39Z</dcterms:modified>
</cp:coreProperties>
</file>