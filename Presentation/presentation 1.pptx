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Poppins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  <p:embeddedFont>
      <p:font typeface="Roboto L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geeks.com/ppt/application-chatbot?utm_source=chatgpt.com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08Hk2WTeEJlP62F3HUcqOPQGUz2uCNRA/view?usp=sharing" TargetMode="External"/><Relationship Id="rId2" Type="http://schemas.openxmlformats.org/officeDocument/2006/relationships/hyperlink" Target="https://drive.google.com/file/d/1EKArtyoq4-1m7rUnTz1Z3jW-QUc34yBp/view?usp=sharing" TargetMode="External"/><Relationship Id="rId3" Type="http://schemas.openxmlformats.org/officeDocument/2006/relationships/hyperlink" Target="https://github.com/A7medrajab1/resume-screening/tree/main/Chatbot_version_2" TargetMode="External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7medrajab1/resume-screening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2595682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Title Slide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51390" y="3253264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 Title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HR Resume Chatbot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451390" y="3786068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Subtitle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AI-Powered Resume Optimization Tool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451390" y="4318873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Your Name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Ahmed Ragab Desouki Mohamed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451390" y="4851678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Institution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DEPI (EYouth)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451390" y="5384483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5/16/2025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30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Idea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280190" y="13935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E4062"/>
          </a:solidFill>
          <a:ln w="7620">
            <a:solidFill>
              <a:srgbClr val="37597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260" y="1436013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1467207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Problem: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Job seekers often struggle to tailor their resumes for specific roles, leading to missed opportunities and low interview rates.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6280190" y="30095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E4062"/>
          </a:solidFill>
          <a:ln w="7620">
            <a:solidFill>
              <a:srgbClr val="37597B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60" y="3052048"/>
            <a:ext cx="340162" cy="4252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17306" y="3087410"/>
            <a:ext cx="6819305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Proposed Solution: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
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 AI-powered web app that analyzes resumes, matches them with job descriptions, scores them, and provides actionable suggestions for improvement. It also features a chatbot for interactive guidance.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280190" y="56670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E4062"/>
          </a:solidFill>
          <a:ln w="7620">
            <a:solidFill>
              <a:srgbClr val="37597B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5709523"/>
            <a:ext cx="340162" cy="4252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17306" y="5744885"/>
            <a:ext cx="681930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Unique Value Proposition: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
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Unlike generic resume tools, our chatbot offers personalized, LLM-driven insights, job title recommendations, and resume tips—delivered in real-time through a user-friendly interface.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11" y="520898"/>
            <a:ext cx="4725472" cy="59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Wireframe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11" y="1489591"/>
            <a:ext cx="4725472" cy="2920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3203" y="1489591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Title: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Project Wireframe &amp; User Journey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623203" y="1905357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Login/Register Page: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Users start by registering or logging in to securely access the platform.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623203" y="2273856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Clean UI: 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Simple and dark-themed interface ensures focus and ease of use.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23203" y="2642354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Journey Summary: 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Sign up or log in.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11" y="4788098"/>
            <a:ext cx="4725472" cy="2920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203" y="4788098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Upload resume and optionally a job description.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623203" y="5156597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View analysis with score, job titles, and improvement suggestions.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623203" y="5525095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Chat with the AI assistant for personalized help.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623203" y="5893594"/>
            <a:ext cx="8345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Review or clear chat history at any time..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0790" y="585073"/>
            <a:ext cx="3888700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👥</a:t>
            </a:r>
            <a:pPr algn="ctr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ctr" indent="0" marL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End Users + Features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39140" y="1429703"/>
            <a:ext cx="292072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🎯</a:t>
            </a:r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Primary End Users: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39140" y="1970723"/>
            <a:ext cx="481512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Job Seekers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Individuals looking to improve their resumes and land better jobs.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9140" y="2720340"/>
            <a:ext cx="481512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Fresh Graduates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Those with limited experience needing targeted resume advice.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9140" y="3469958"/>
            <a:ext cx="481512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Career Switchers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Professionals aiming to align their resumes with new roles.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76950" y="1429703"/>
            <a:ext cx="3167658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🛠️</a:t>
            </a:r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pPr algn="l" indent="0" marL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Features</a:t>
            </a:r>
            <a:endParaRPr lang="en-US" sz="2450" dirty="0"/>
          </a:p>
        </p:txBody>
      </p:sp>
      <p:sp>
        <p:nvSpPr>
          <p:cNvPr id="8" name="Shape 6"/>
          <p:cNvSpPr/>
          <p:nvPr/>
        </p:nvSpPr>
        <p:spPr>
          <a:xfrm>
            <a:off x="6076950" y="2063234"/>
            <a:ext cx="7821811" cy="5343763"/>
          </a:xfrm>
          <a:prstGeom prst="roundRect">
            <a:avLst>
              <a:gd name="adj" fmla="val 166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4570" y="2070854"/>
            <a:ext cx="7806571" cy="606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95787" y="2205157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321528" y="2205157"/>
            <a:ext cx="3358515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Need Solved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84570" y="2677358"/>
            <a:ext cx="7806571" cy="9444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95787" y="2811661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Resume Upload &amp; Analysis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321528" y="2811661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Helps users evaluate their resume quality automatically.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084570" y="3621762"/>
            <a:ext cx="7806571" cy="9444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95787" y="3756065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Job Description Matching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321528" y="3756065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Matches resumes to specific job posts for better alignment.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084570" y="4566166"/>
            <a:ext cx="7806571" cy="9444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95787" y="4700468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Resume Score &amp; Tips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321528" y="4700468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Provides actionable feedback to boost resume effectiveness.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084570" y="5510570"/>
            <a:ext cx="7806571" cy="9444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95787" y="5644872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Relevant Job Titles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321528" y="5644872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Suggests roles based on resume content and strengths.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084570" y="6454973"/>
            <a:ext cx="7806571" cy="9444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95787" y="6589276"/>
            <a:ext cx="359592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✅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Interactive Chatbot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321528" y="6589276"/>
            <a:ext cx="3358515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Allows users to ask questions and get guidance in real time.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4035" y="64377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Data Structure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295876"/>
            <a:ext cx="3816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🧱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Database Architecture: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19903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Type: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Relational Database (SQLite)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4325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Lightweight, easy to integrate with Streamlit, suitable for user-based applications.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0506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🔑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Key Entities &amp; Relationships: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668673"/>
            <a:ext cx="13042821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410" y="367629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382000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Entity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382000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Description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32661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224" y="447032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447032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user credentials and profile details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97693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224" y="512064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Resumes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12064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uploaded resume metadata and text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62725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577095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Job Descriptions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577095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uploaded job descriptions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27757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224" y="64212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Chat History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824" y="64212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Records chatbot-user conversations per session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801410" y="692789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28224" y="70715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Resume Scores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545824" y="70715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feedback, scoring, and suggestions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67245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📈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Data Flow Overview: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652707" y="2888456"/>
            <a:ext cx="30397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User Registers/Logs in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5423" y="316361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9937790" y="2509242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Uploads Resume/Job Description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16309" y="295703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9937790" y="3912632"/>
            <a:ext cx="33695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Stored in SQLite DB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32746" y="390001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7"/>
          <p:cNvSpPr/>
          <p:nvPr/>
        </p:nvSpPr>
        <p:spPr>
          <a:xfrm>
            <a:off x="9937790" y="5124688"/>
            <a:ext cx="3544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Processes Resume</a:t>
            </a:r>
            <a:endParaRPr lang="en-US" sz="2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29042" y="5282684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650" dirty="0"/>
          </a:p>
        </p:txBody>
      </p:sp>
      <p:sp>
        <p:nvSpPr>
          <p:cNvPr id="15" name="Text 9"/>
          <p:cNvSpPr/>
          <p:nvPr/>
        </p:nvSpPr>
        <p:spPr>
          <a:xfrm>
            <a:off x="9937790" y="6173867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Feedback + Score Displayed</a:t>
            </a:r>
            <a:endParaRPr lang="en-US" sz="2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83542" y="606361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2650" dirty="0"/>
          </a:p>
        </p:txBody>
      </p:sp>
      <p:sp>
        <p:nvSpPr>
          <p:cNvPr id="18" name="Text 11"/>
          <p:cNvSpPr/>
          <p:nvPr/>
        </p:nvSpPr>
        <p:spPr>
          <a:xfrm>
            <a:off x="1206103" y="6149102"/>
            <a:ext cx="34863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User Queries via Chatbot</a:t>
            </a:r>
            <a:endParaRPr lang="en-US" sz="2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58733" y="5654993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6</a:t>
            </a:r>
            <a:endParaRPr lang="en-US" sz="2650" dirty="0"/>
          </a:p>
        </p:txBody>
      </p:sp>
      <p:sp>
        <p:nvSpPr>
          <p:cNvPr id="21" name="Text 13"/>
          <p:cNvSpPr/>
          <p:nvPr/>
        </p:nvSpPr>
        <p:spPr>
          <a:xfrm>
            <a:off x="1686997" y="4518660"/>
            <a:ext cx="30054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Conversation Logged</a:t>
            </a:r>
            <a:endParaRPr lang="en-US" sz="2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52123" y="436435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3189"/>
            <a:ext cx="7522131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🧑‍💻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Programming Languages + Frameworks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12915"/>
            <a:ext cx="4224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📝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Programming Languages: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1074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Python: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Core language for backend logic, data processing, and AI integration.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810470"/>
            <a:ext cx="34337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🛠️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Frameworks &amp; Tools: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49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Streamlit: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Web app framework for building the UI quickly and interactively.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471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SQLite: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Lightweight database for user authentication and chat history.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3893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LangChain: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Enables LLM-powered interactions and memory management.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831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PyPDF2 / pdfminer: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parsing and extracting text from PDF resumes.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2737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Scikit-learn &amp; SpaCy: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NLP tasks and scoring algorithms.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976818"/>
            <a:ext cx="41362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🌐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Supporting Technologies: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66713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OpenAI API: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Powering the chatbot and resume analysis using large language models.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71135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GitHub: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Version control and project collaboration.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095"/>
            <a:ext cx="58319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Slide 8: Deliverables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35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Reports and Documentation: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457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 pdf : 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878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README file  : 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Timeline for Deliverables: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1–2: Project Planning &amp; Requirements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3–4: System Design &amp; Development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5: Testing &amp; Debugging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6: Final Report &amp; User Documentation Submission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8410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 7: Presentation and App Deployment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2832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Other Final Products: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7254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Source Code Repository (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262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Team Members &amp; Roles: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9253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[Ahmed Ragab] – Team Leader 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4923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 coordination and version control (GitHub).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9345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classical ML and Designed user authentication.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3767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LLMs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437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[Remon Raafat] 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10683"/>
            <a:ext cx="62447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the frontend components using Streamlit (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1226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9605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Develops database and API, build the chat bot, LLMs.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4026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classical ML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9696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[Malak Gamal Eldin] 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5366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Classical ML. 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9788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the Resume Barser &amp; Chat memory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19253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[Malak Mohamed] 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24923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Works on resume analysis and scoring logic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29345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classical ML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35015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[Zeyad Abo Alsoud]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40684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participate in classical ML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45106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Enhances user experience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50776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[Mohamed Osama Nabil] – Tester 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99521" y="56446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Conducts testing phases and tracks bugs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99521" y="60868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Prepares user manuals and project reports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38588"/>
            <a:ext cx="3402330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Thank You! </a:t>
            </a:r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🙏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280190" y="272665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appreciate your time and attention.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3447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📩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Contact Information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96275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Team Lead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Ahmed Ragab &amp; Remon Raafat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40495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Email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ahmedragab.work1@gmail.com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48471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GitHub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github.com/A7medrajab1/resume-screening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4652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💬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Questions or Feedback?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We’re happy to answer and improve—your feedback is valuable!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2025-05-09T20:02:10Z</dcterms:created>
  <dcterms:modified xsi:type="dcterms:W3CDTF">2025-05-09T20:02:10Z</dcterms:modified>
</cp:coreProperties>
</file>